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?>
<Relationships xmlns="http://schemas.openxmlformats.org/package/2006/relationships">
  <Relationship Id="rId1" Type="http://schemas.openxmlformats.org/officeDocument/2006/relationships/slide" Target="slides/slide1.xml"/>
</Relationships>

</file>

<file path=ppt/slides/slide1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Phase2 Retrieval Walkthrough</a:t>
            </a:r>
          </a:p>
        </p:txBody>
      </p:sp>
      <p:sp>
        <p:txBody>
          <a:p>
            <a:r>
              <a:t>Show dense, sparse, hybrid, and agentic router evidence side by side.</a:t>
            </a:r>
          </a:p>
        </p:txBody>
      </p:sp>
      <p:sp>
        <p:txBody>
          <a:p>
            <a:r>
              <a:t>Use bounded previews and avoid raw chunks, prompts, credentials, or private data.</a:t>
            </a:r>
          </a:p>
        </p:txBody>
      </p:sp>
    </p:spTree>
  </p:cSld>
</p:sld>
</file>